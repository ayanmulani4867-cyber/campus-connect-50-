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7680960" cy="192024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777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COLLEGE MANAGEMENT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College Student Portal — Mini Project (50% Frontend Phase)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DETAILS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Full Name]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Roll Number]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Division: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 Computer Engg / Div A]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65176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INSTITUTION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108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/ Institute Name]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/ Faculty Mentor Name]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Frontend Milestone Completed ✓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Campus Connect?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is an integrated college student portal created to streamline common academic services, attendance tracking, examination results, study materials, and campus circulars into a single responsive platform.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25603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40280"/>
            <a:ext cx="256032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Centralized Services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together student attendance, marks sheets, course curriculum, and circulars into one accessible portal.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240280"/>
            <a:ext cx="25603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40280"/>
            <a:ext cx="256032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Multi-Role Architecture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74720" y="2834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specialized views tailored for Students, Faculty members, and College Administrators.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240280"/>
            <a:ext cx="25603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50% Milestone Focus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28346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establishing a polished, fully interactive frontend prototype with pure HTML5, CSS3, and JavaScript.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Roles &amp; Key Responsibilities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enrolled courses &amp; syllabus coverage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subject-wise attendance %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semester examination grades &amp; SGPA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lecture notes &amp; lab manuals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campus notices &amp; event calendar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PORTAL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assigned classes and subject teaching load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roll-call marking (Present/Absent/Late)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Enter, evaluate and save examination marks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and share lecture notes/materials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academic notices and announcements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2560320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207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PORTAL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7830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student and faculty user directory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Oversee college courses and curriculum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 Publication Control (Publish / Unpublish)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official college-wide circulars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overall campus statistics &amp; metrics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 &amp; Tech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Semantics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semantic document layouts across all 14 pages. Implements accessible forms, tables, modals, and responsive containers without external templates.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Responsiveness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with CSS variables for the academic blue theme, responsive grid layouts, card containers, table styling, and mobile slide-out drawer navigation.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5603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&amp; State Management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multi-role state simulation via localStorage, dynamic sidebar builder, live course/notice search filters, and interactive roll-call toggles.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75888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 PHASE INTEGRATION (NEXT MILESTONES)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9319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Framework: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REST API for authentication and business logic endpoints.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Management: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relational database for persistent storage of student, faculty, and academic records.
</a:t>
            </a:r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Current 50% milestone focuses exclusively on complete frontend verification and interactive UI.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MILESTONE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Completed Frontend Work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 COMPLETION: 50% (FRONTEND PHASE COMPLETE)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7589520" cy="18288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417320"/>
            <a:ext cx="3794760" cy="182880"/>
          </a:xfrm>
          <a:prstGeom prst="roundRect">
            <a:avLst/>
          </a:prstGeom>
          <a:solidFill>
            <a:srgbClr val="15803D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80467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11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Fully Implemented &amp; Responsive Pages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College Home Landing Page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3-Role Demo Login Portal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Registration &amp; Validation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Student Dynamic Dashboard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Faculty Dynamic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Admin Dynamic Dashboard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User Profile &amp; Inline Edit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Course Catalog &amp; Progress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Attendance &amp; Digital Roll-Call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Result Management (3 Views)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0760" y="237744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Searchable Notice Board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Campus Events Calendar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Study Notes Repository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Settings &amp; Preferences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— UI &amp; Core Modules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pic>
        <p:nvPicPr>
          <p:cNvPr id="7" name="Image 0" descr="C:\Users\ayanm\.gemini\antigravity-ide\brain\4d938537-ee4f-4b73-a79e-b8ddc5c87548\scratch\screenshots\studen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023360" cy="1691640"/>
          </a:xfrm>
          <a:prstGeom prst="ellipse">
            <a:avLst/>
          </a:prstGeom>
        </p:spPr>
      </p:pic>
      <p:pic>
        <p:nvPicPr>
          <p:cNvPr id="8" name="Image 1" descr="C:\Users\ayanm\.gemini\antigravity-ide\brain\4d938537-ee4f-4b73-a79e-b8ddc5c87548\scratch\screenshots\student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4023360" cy="16916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097280"/>
            <a:ext cx="38404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377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CAPABILITIES &amp; WORKFLOW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937760" y="160020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Dashboard: Real-time overview of current attendance (85%), CGPA (8.8), enrolled courses, recent notices &amp; upcoming events.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Course Details: Track subject syllabus progress percentage, credits, and assigned classroom instructors.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Analytics: Subject-wise breakdown with automated shortage alerts for attendance below 75%.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Results: Semester grade report with SGPA (8.85), CGPA (8.72), and internal/external marks breakdown.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Study Repository: Download subject slides, lab manuals, and previous examination papers.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ADMIN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Administrator Portals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pic>
        <p:nvPicPr>
          <p:cNvPr id="7" name="Image 0" descr="C:\Users\ayanm\.gemini\antigravity-ide\brain\4d938537-ee4f-4b73-a79e-b8ddc5c87548\scratch\screenshots\faculty_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4023360" cy="1691640"/>
          </a:xfrm>
          <a:prstGeom prst="ellipse">
            <a:avLst/>
          </a:prstGeom>
        </p:spPr>
      </p:pic>
      <p:pic>
        <p:nvPicPr>
          <p:cNvPr id="8" name="Image 1" descr="C:\Users\ayanm\.gemini\antigravity-ide\brain\4d938537-ee4f-4b73-a79e-b8ddc5c87548\scratch\screenshots\admin_resu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4023360" cy="1691640"/>
          </a:xfrm>
          <a:prstGeom prst="ellipse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097280"/>
            <a:ext cx="38404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37760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&amp; ADMIN CAPABILITIES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937760" y="160020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👨‍🏫 Faculty Role Modules: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Digital Roll-Call: Interactive table with Present/Absent/Late status click toggles.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Marks Entry Sheet: Input exam scores (out of 100), assign letter grades, and save student results.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Material Upload: Share lecture notes and lab assignments.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Administrator Role Modules: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User Directory: Manage and filter student and faculty records by department.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Result Publication Control: Toggle semester results between Published and Unpublished.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Notice &amp; Event Broadcasting: Issue campus-wide official circulars and manage calendar.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Roadmap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Connect • Engineering Mini Project (50% Milestone)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920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97280"/>
            <a:ext cx="1920240" cy="4114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(25%)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Frontend Wireframe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page templates, static navigation links, and basic HTML/CSS layouts.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1097280"/>
            <a:ext cx="1920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097280"/>
            <a:ext cx="192024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(50%)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Polished Frontend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148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MILESTONE 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responsive pages, 3 roles, Result Management, dynamic sidebar, search filters, and roll-call toggles.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1920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97280"/>
            <a:ext cx="1920240" cy="411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(75%)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148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REST API endpoints, JWT role authentication, and PostgreSQL database schema.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20840" y="1097280"/>
            <a:ext cx="1920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097280"/>
            <a:ext cx="1920240" cy="4114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188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(100%)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12280" y="1645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Mini Project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2148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frontend-backend integration, end-to-end testing, reporting, and deployment.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804672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Academic Note: 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represents the 50% Frontend Mini-Project Milestone. 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mega project with advanced microservices will be developed separately next semester.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2026-08-26T08:09:24Z</dcterms:created>
  <dcterms:modified xsi:type="dcterms:W3CDTF">2026-08-26T08:09:24Z</dcterms:modified>
</cp:coreProperties>
</file>